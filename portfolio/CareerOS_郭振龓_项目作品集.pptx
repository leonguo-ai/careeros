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ee37644df4dc5" /><Relationship Type="http://schemas.openxmlformats.org/officeDocument/2006/relationships/extended-properties" Target="/docProps/app.xml" Id="R9f3b4f9d5cec458b" /><Relationship Type="http://schemas.openxmlformats.org/officeDocument/2006/relationships/officeDocument" Target="/ppt/presentation.xml" Id="Re50321630bd6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207f64f9945d7"/>
  </p:sldMasterIdLst>
  <p:notesMasterIdLst>
    <p:notesMasterId xmlns:r="http://schemas.openxmlformats.org/officeDocument/2006/relationships" r:id="R23912d6696364d15"/>
  </p:notesMasterIdLst>
  <p:sldIdLst>
    <p:sldId xmlns:r="http://schemas.openxmlformats.org/officeDocument/2006/relationships" id="256" r:id="R8784651cef8249a8"/>
    <p:sldId xmlns:r="http://schemas.openxmlformats.org/officeDocument/2006/relationships" id="257" r:id="R54c50b31eb4748a3"/>
    <p:sldId xmlns:r="http://schemas.openxmlformats.org/officeDocument/2006/relationships" id="258" r:id="R28149d8545824761"/>
    <p:sldId xmlns:r="http://schemas.openxmlformats.org/officeDocument/2006/relationships" id="259" r:id="R6509013601314b20"/>
    <p:sldId xmlns:r="http://schemas.openxmlformats.org/officeDocument/2006/relationships" id="260" r:id="R16c5f3ff5d074fc9"/>
    <p:sldId xmlns:r="http://schemas.openxmlformats.org/officeDocument/2006/relationships" id="261" r:id="Rb258c4b3295f428e"/>
    <p:sldId xmlns:r="http://schemas.openxmlformats.org/officeDocument/2006/relationships" id="262" r:id="R51c9e12bb0a84237"/>
    <p:sldId xmlns:r="http://schemas.openxmlformats.org/officeDocument/2006/relationships" id="263" r:id="Re7dbba05200248ca"/>
    <p:sldId xmlns:r="http://schemas.openxmlformats.org/officeDocument/2006/relationships" id="264" r:id="R389f4cc66f0d47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1cca4ea1a4b59" /><Relationship Type="http://schemas.openxmlformats.org/officeDocument/2006/relationships/slideMaster" Target="/ppt/slideMasters/slideMaster1.xml" Id="Rf42207f64f9945d7" /><Relationship Type="http://schemas.openxmlformats.org/officeDocument/2006/relationships/notesMaster" Target="/ppt/notesMasters/notesMaster1.xml" Id="R23912d6696364d15" /><Relationship Type="http://schemas.openxmlformats.org/officeDocument/2006/relationships/presProps" Target="/ppt/presProps.xml" Id="R8bae92e858db431b" /><Relationship Type="http://schemas.openxmlformats.org/officeDocument/2006/relationships/tableStyles" Target="/ppt/tableStyles.xml" Id="Reb19666c73254441" /><Relationship Type="http://schemas.openxmlformats.org/officeDocument/2006/relationships/slide" Target="/ppt/slides/slide1.xml" Id="R8784651cef8249a8" /><Relationship Type="http://schemas.openxmlformats.org/officeDocument/2006/relationships/slide" Target="/ppt/slides/slide2.xml" Id="R54c50b31eb4748a3" /><Relationship Type="http://schemas.openxmlformats.org/officeDocument/2006/relationships/slide" Target="/ppt/slides/slide3.xml" Id="R28149d8545824761" /><Relationship Type="http://schemas.openxmlformats.org/officeDocument/2006/relationships/slide" Target="/ppt/slides/slide4.xml" Id="R6509013601314b20" /><Relationship Type="http://schemas.openxmlformats.org/officeDocument/2006/relationships/slide" Target="/ppt/slides/slide5.xml" Id="R16c5f3ff5d074fc9" /><Relationship Type="http://schemas.openxmlformats.org/officeDocument/2006/relationships/slide" Target="/ppt/slides/slide6.xml" Id="Rb258c4b3295f428e" /><Relationship Type="http://schemas.openxmlformats.org/officeDocument/2006/relationships/slide" Target="/ppt/slides/slide7.xml" Id="R51c9e12bb0a84237" /><Relationship Type="http://schemas.openxmlformats.org/officeDocument/2006/relationships/slide" Target="/ppt/slides/slide8.xml" Id="Re7dbba05200248ca" /><Relationship Type="http://schemas.openxmlformats.org/officeDocument/2006/relationships/slide" Target="/ppt/slides/slide9.xml" Id="R389f4cc66f0d47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91cd1ff32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6ca2323f14b6e" /><Relationship Type="http://schemas.openxmlformats.org/officeDocument/2006/relationships/notesMaster" Target="/ppt/notesMasters/notesMaster1.xml" Id="R28f9749046e443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91930609b49bd" /><Relationship Type="http://schemas.openxmlformats.org/officeDocument/2006/relationships/notesMaster" Target="/ppt/notesMasters/notesMaster1.xml" Id="R149cfe10427049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8883ff8a0e48d6" /><Relationship Type="http://schemas.openxmlformats.org/officeDocument/2006/relationships/notesMaster" Target="/ppt/notesMasters/notesMaster1.xml" Id="R5875d4bb1d6d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6c767447448f1" /><Relationship Type="http://schemas.openxmlformats.org/officeDocument/2006/relationships/notesMaster" Target="/ppt/notesMasters/notesMaster1.xml" Id="Rea69e92bee0e44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89d58209b84463" /><Relationship Type="http://schemas.openxmlformats.org/officeDocument/2006/relationships/notesMaster" Target="/ppt/notesMasters/notesMaster1.xml" Id="R5e55edbb8e7841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15c608d474f75" /><Relationship Type="http://schemas.openxmlformats.org/officeDocument/2006/relationships/notesMaster" Target="/ppt/notesMasters/notesMaster1.xml" Id="R992c1dfeff9c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bedf958fd544f4" /><Relationship Type="http://schemas.openxmlformats.org/officeDocument/2006/relationships/notesMaster" Target="/ppt/notesMasters/notesMaster1.xml" Id="Ra868f2c41eb949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0821018ff54d81" /><Relationship Type="http://schemas.openxmlformats.org/officeDocument/2006/relationships/notesMaster" Target="/ppt/notesMasters/notesMaster1.xml" Id="Re34e7a2dbe7f4d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2ea75733c4b49" /><Relationship Type="http://schemas.openxmlformats.org/officeDocument/2006/relationships/notesMaster" Target="/ppt/notesMasters/notesMaster1.xml" Id="R2e374a5ccdc8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项目源码：https://github.com/leonguo-ai/CareerOS</a:t>
            </a:r>
          </a:p>
          <a:p xmlns:a="http://schemas.openxmlformats.org/drawingml/2006/main">
            <a:r>
              <a:t>封面图为本作品集专门生成的抽象视觉。</a:t>
            </a:r>
          </a:p>
          <a:p xmlns:a="http://schemas.openxmlformats.org/drawingml/2006/main">
            <a:r>
              <a:t>项目基于用户提供的经历知识库及公开仓库，公开实现范围以仓库文件为准。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问题定义依据：用户提供的《AI面试个人经历知识库 v2.0》CareerOS 段落。</a:t>
            </a:r>
          </a:p>
          <a:p xmlns:a="http://schemas.openxmlformats.org/drawingml/2006/main">
            <a:r>
              <a:t>项目目标见：https://github.com/leonguo-ai/CareerOS/blob/main/docs/PROJECT_CHARTER.md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产品定位与公开流程：https://github.com/leonguo-ai/CareerOS/blob/main/README.md</a:t>
            </a:r>
          </a:p>
          <a:p xmlns:a="http://schemas.openxmlformats.org/drawingml/2006/main">
            <a:r>
              <a:t>人工审核由使用者完成，公开脚本不自动提交申请。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具体实现：https://github.com/leonguo-ai/CareerOS/blob/main/scripts/bytedance_workflow.py</a:t>
            </a:r>
          </a:p>
          <a:p xmlns:a="http://schemas.openxmlformats.org/drawingml/2006/main">
            <a:r>
              <a:t>稳定 ID：https://github.com/leonguo-ai/CareerOS/blob/main/scripts/job_identity.py</a:t>
            </a:r>
          </a:p>
          <a:p xmlns:a="http://schemas.openxmlformats.org/drawingml/2006/main">
            <a:r>
              <a:t>该页为项目工作流示意，并非实时运行状态。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采集与解析实现：https://github.com/leonguo-ai/CareerOS/tree/main/scripts</a:t>
            </a:r>
          </a:p>
          <a:p xmlns:a="http://schemas.openxmlformats.org/drawingml/2006/main">
            <a:r>
              <a:t>测试：https://github.com/leonguo-ai/CareerOS/tree/main/tests</a:t>
            </a:r>
          </a:p>
          <a:p xmlns:a="http://schemas.openxmlformats.org/drawingml/2006/main">
            <a:r>
              <a:t>公开项目使用 Python、Playwright、CSV/JSON 与 Git；该页不暗示公开代码有 SQLite 或大模型调用。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历史行：https://github.com/leonguo-ai/CareerOS/blob/main/data/bytedance_resume_shortlist.csv</a:t>
            </a:r>
          </a:p>
          <a:p xmlns:a="http://schemas.openxmlformats.org/drawingml/2006/main">
            <a:r>
              <a:t>旧结果曾给该岗位 95.5 分，但 2027 届资格标为 unverified。</a:t>
            </a:r>
          </a:p>
          <a:p xmlns:a="http://schemas.openxmlformats.org/drawingml/2006/main">
            <a:r>
              <a:t>当前流程状态规则：https://github.com/leonguo-ai/CareerOS/blob/main/scripts/bytedance_workflow.py</a:t>
            </a:r>
          </a:p>
          <a:p xmlns:a="http://schemas.openxmlformats.org/drawingml/2006/main">
            <a:r>
              <a:t>历史分数不是当前岗位开放或真实适配程度的证明。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示例源自公开历史记录：https://github.com/leonguo-ai/CareerOS/blob/main/data/bytedance_resume_shortlist.csv</a:t>
            </a:r>
          </a:p>
          <a:p xmlns:a="http://schemas.openxmlformats.org/drawingml/2006/main">
            <a:r>
              <a:t>流程及状态存储：https://github.com/leonguo-ai/CareerOS/blob/main/scripts/bytedance_workflow.py</a:t>
            </a:r>
          </a:p>
          <a:p xmlns:a="http://schemas.openxmlformats.org/drawingml/2006/main">
            <a:r>
              <a:t>示例岗位完整历史 URL：https://jobs.bytedance.com/campus/position/7660366669840566533/detail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历史候选与详情：https://github.com/leonguo-ai/CareerOS/tree/main/data</a:t>
            </a:r>
          </a:p>
          <a:p xmlns:a="http://schemas.openxmlformats.org/drawingml/2006/main">
            <a:r>
              <a:t>测试：https://github.com/leonguo-ai/CareerOS/blob/main/tests/test_bytedance_workflow.py</a:t>
            </a:r>
          </a:p>
          <a:p xmlns:a="http://schemas.openxmlformats.org/drawingml/2006/main">
            <a:r>
              <a:t>以上 10/5 来自 2026-07-20 历史 CSV；7 项是本次对仓库版本的离线 unittest 通过数。</a:t>
            </a:r>
          </a:p>
          <a:p xmlns:a="http://schemas.openxmlformats.org/drawingml/2006/main">
            <a:r>
              <a:t>多站点与手机远程控制是用户提供经历材料中的目标/局部探索，未作为公开仓库已复现成果陈述。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项目完整链接：https://github.com/leonguo-ai/CareerOS</a:t>
            </a:r>
          </a:p>
          <a:p xmlns:a="http://schemas.openxmlformats.org/drawingml/2006/main">
            <a:r>
              <a:t>README：https://github.com/leonguo-ai/CareerOS/blob/main/README.md</a:t>
            </a:r>
          </a:p>
          <a:p xmlns:a="http://schemas.openxmlformats.org/drawingml/2006/main">
            <a:r>
              <a:t>测试：https://github.com/leonguo-ai/CareerOS/tree/main/tests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73f2093574f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6de2d7548345ca" /><Relationship Type="http://schemas.openxmlformats.org/officeDocument/2006/relationships/slideLayout" Target="/ppt/slideLayouts/slideLayout1.xml" Id="R3153ffed6614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3ffed6614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ec0a8ccc84504" /><Relationship Type="http://schemas.openxmlformats.org/officeDocument/2006/relationships/image" Target="/ppt/media/image.png" Id="Rf551ad4d7f4740a8" /><Relationship Type="http://schemas.openxmlformats.org/officeDocument/2006/relationships/notesSlide" Target="/ppt/notesSlides/notesSlide1.xml" Id="Rc727a384e6d0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1ae194d494fb1" /><Relationship Type="http://schemas.openxmlformats.org/officeDocument/2006/relationships/notesSlide" Target="/ppt/notesSlides/notesSlide2.xml" Id="R5ab3b32b74e34c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7437ad70b4fc3" /><Relationship Type="http://schemas.openxmlformats.org/officeDocument/2006/relationships/notesSlide" Target="/ppt/notesSlides/notesSlide3.xml" Id="Rf5225548a0b0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83ab44bce42d2" /><Relationship Type="http://schemas.openxmlformats.org/officeDocument/2006/relationships/notesSlide" Target="/ppt/notesSlides/notesSlide4.xml" Id="R88cc64a539ec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d936537464e61" /><Relationship Type="http://schemas.openxmlformats.org/officeDocument/2006/relationships/notesSlide" Target="/ppt/notesSlides/notesSlide5.xml" Id="R7f63c41688b844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0bdf3733944cd" /><Relationship Type="http://schemas.openxmlformats.org/officeDocument/2006/relationships/notesSlide" Target="/ppt/notesSlides/notesSlide6.xml" Id="R13ee684ba15849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dc2ab05904a5a" /><Relationship Type="http://schemas.openxmlformats.org/officeDocument/2006/relationships/notesSlide" Target="/ppt/notesSlides/notesSlide7.xml" Id="R4de5298ddf8a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2c35015324037" /><Relationship Type="http://schemas.openxmlformats.org/officeDocument/2006/relationships/notesSlide" Target="/ppt/notesSlides/notesSlide8.xml" Id="R8dc498764e6d48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c153115f14b93" /><Relationship Type="http://schemas.openxmlformats.org/officeDocument/2006/relationships/notesSlide" Target="/ppt/notesSlides/notesSlide9.xml" Id="R34e4b7b7136f42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8BBA0-9663-40C2-A9B2-212A5F7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07F29-7700-4DB7-8B66-5DAC492E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01  /  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1ad4d7f4740a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09B15-5C2C-4ADC-B77B-1A9B15B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独立项目  /  求职工作流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A3D60-DEB2-43D4-B9D0-CCE71EE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33525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CareerOS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1F218-14C4-4218-8FB0-698094A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把分散岗位变成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有依据的投递决策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56CCC-B89A-45A6-AC5C-5F58561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5D7D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5D7DB"/>
                </a:solidFill>
                <a:latin typeface="Noto Sans CJK SC"/>
                <a:ea typeface="Noto Sans CJK SC"/>
                <a:cs typeface="Noto Sans CJK SC"/>
              </a:rPr>
              <a:t>Python  ·  Playwright  ·  人工审核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19C3-181C-4152-AC6B-BD04ECD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项目源码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F320D-96D9-457E-90D7-0E6B266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785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https://github.com/leonguo-ai/CareerOS</a:t>
            </a:r>
          </a:p>
        </p:txBody>
      </p:sp>
    </p:spTree>
    <p:extLst>
      <p:ext uri="{BB962C8B-B14F-4D97-AF65-F5344CB8AC3E}">
        <p14:creationId xmlns:p14="http://schemas.microsoft.com/office/powerpoint/2010/main" val="1942381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E337E-AC67-4046-BDCC-4F682EC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01 /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7B6F0-0D85-4BEA-B29C-E9699A66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求职决策被分散在太多页面和记录里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77E14-CC65-4FEA-A28F-50951CF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B5AC9-F7F6-4F5F-BE8C-569C8E0F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02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0443A-BCF1-4420-A157-421993A5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一份 JD，需要反复完成四次判断。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14ADD-FEEE-484D-80C1-312D5B8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097DC-A791-409B-BDC7-9185282E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622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找到机会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030AE-CB97-4AD5-B024-7F08F7F1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62225"/>
            <a:ext cx="676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从多个招聘入口筛出值得细看的岗位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9DE31-8415-4B80-B5E0-1CA7833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77A66-2847-4BEB-9667-40E8E697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E273C-B2C5-46BA-B513-20A4DA67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读懂要求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C3C33-378C-402D-891A-79767B4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81375"/>
            <a:ext cx="676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从长 JD 中找出届别、地点和能力要求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45E2D-B0BB-4838-934F-A5C1011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607D0-383C-479A-85D2-29185BD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2CC28-AC21-422C-917B-E0AD4900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005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对照经历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B03CC-3A92-46B1-B19A-AD00EE6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00525"/>
            <a:ext cx="676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把岗位要求与个人经历逐条对应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E69BB-55E4-414A-927F-3EB33B1F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91285-F8D3-433B-96BF-AE21AB9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76409-E455-4DD7-A4A3-CC1F2F9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记住进度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CF978-A384-4D0F-B6D7-9F165FA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19675"/>
            <a:ext cx="676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知道哪些还待核实、已经审核或投递</a:t>
            </a:r>
          </a:p>
        </p:txBody>
      </p:sp>
    </p:spTree>
    <p:extLst>
      <p:ext uri="{BB962C8B-B14F-4D97-AF65-F5344CB8AC3E}">
        <p14:creationId xmlns:p14="http://schemas.microsoft.com/office/powerpoint/2010/main" val="979941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B65F4-723D-49CA-BD43-AD6653A6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02 /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730BC-9594-46EC-B407-1621276B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CareerOS 把每个岗位整理成一份判断记录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E2A0D-C226-4715-85FC-730969E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C4625-BD79-4BF5-99CF-A8BE8A0B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03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C3F6E-5E14-4997-855A-148C86B3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5429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一个岗位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9008D-3B28-4CA3-AB16-E2B11340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600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连接来源、JD、匹配证据与人工状态。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B69FA-43E0-4E32-A5E4-42180F5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BB8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BB8C0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C2813-88BB-4A09-8F12-EA2C67D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官网岗位链接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个人真实经历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466B9-48C3-43C3-A760-4A8AE9A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00475"/>
            <a:ext cx="4067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92973-DF67-4F7D-AA41-5C420A25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8622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BB8C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BB8C0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AC633-D742-4D1D-B795-7F871A0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4342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可复核的岗位清单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明确的下一步动作</a:t>
            </a:r>
          </a:p>
        </p:txBody>
      </p:sp>
    </p:spTree>
    <p:extLst>
      <p:ext uri="{BB962C8B-B14F-4D97-AF65-F5344CB8AC3E}">
        <p14:creationId xmlns:p14="http://schemas.microsoft.com/office/powerpoint/2010/main" val="718451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284E1-83AC-4BC1-8DD4-B4E737F6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03 /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9F067-F05D-4458-AA9D-CE158781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一个岗位，从发现到人工决定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0F8C3-F112-4906-80FC-25F2B31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14C6B-FEE0-4F8D-8A2C-BD405E9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04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A81B5-4852-4155-A472-052E9B93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重复运行采集流程，人工判断仍留在人的手里。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7FDEB-7063-45FF-9ED0-AE0E65B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D4B6C-91AE-4F3F-9C08-FBCFB000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0777B-07CC-4F61-8D56-26B30920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87EFF-FE18-465B-B393-12018454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从官网入口</a:t>
            </a:r>
          </a:p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获取候选链接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2C5F9-D94B-4B8A-AEEA-977AA37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479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DBDA9-11A8-4458-B9F1-FA952D7D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00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318E2-855A-4E8D-ACBC-01B214D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099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342D1-330B-440B-B368-EFF4DA71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5292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读取 JD</a:t>
            </a:r>
          </a:p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生成稳定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CFF8F-C049-47FB-ACFA-C4E24991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9C990-6A42-46D4-A161-678A3ADE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EE3DE-0408-487A-BD32-83531D36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9A829-6A0D-4986-AB02-BFDB82E1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5292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区分页面可达</a:t>
            </a:r>
          </a:p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岗位开放与届别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5C78F-D461-4138-A4E0-4775B0B9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479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D7B50-9F73-4162-8BF1-3FE531E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00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C017C-EECB-4D46-8F15-913C5CC6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099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匹配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64465-86AB-4DDB-AB7B-A90AE8D9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35292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保留 JD 与</a:t>
            </a:r>
          </a:p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经历的原文证据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A878A-3922-4DD0-83A7-B1E17ACE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8077D-92E9-4177-894F-7CAC8EB4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00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A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B4FAC-989D-4AD9-A653-EC599EA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099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审核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03BA9-5EE7-44B6-90F4-D2FD7AF0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52925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人决定是否投递</a:t>
            </a:r>
          </a:p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并记录后续进度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E330A-413B-48BC-9E56-A492521D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稳 定 岗 位 ID 贯 穿 全 程</a:t>
            </a:r>
          </a:p>
        </p:txBody>
      </p:sp>
    </p:spTree>
    <p:extLst>
      <p:ext uri="{BB962C8B-B14F-4D97-AF65-F5344CB8AC3E}">
        <p14:creationId xmlns:p14="http://schemas.microsoft.com/office/powerpoint/2010/main" val="1360257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13FA8-1712-4B8A-A62B-1649CAD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04 /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96B65-C4D9-4F65-BBBD-2330CDB7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技术分工服务于“可重复、可追溯”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B7366-459D-4805-9CB9-AB5BFDCA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AAF08-EA5B-46CD-BFF4-7A559C0C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05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1B39F-B234-4A1B-887B-89CD090E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Playwright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11A74-3D4C-4521-8EB8-FA4C952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rPr>
              <a:t>读取招聘列表与岗位详情，保留来源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1C194-337D-4403-8ABC-DF33FDE5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7E17B-7559-4FDB-88BC-6D2F1274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85BE1-AC42-4380-A870-26BC4B1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9560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rPr>
              <a:t>清洗与去重；解析要求，执行资格核验规则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BB55D-6D58-441F-9612-9EE784B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102A3-D1FF-4846-B51D-B3CCD186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CSV /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2F8C6-1747-4E7A-A615-3576C80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rPr>
              <a:t>岗位数据与人工审核状态分开保存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7E683-88ED-416A-9D6B-BEC46642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A0F3D-F7F6-4B50-A51E-7212215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Git +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00FBE-FFBB-4C1C-ABE1-D2387D5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1490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2DEE1"/>
                </a:solidFill>
                <a:latin typeface="Noto Sans CJK SC"/>
                <a:ea typeface="Noto Sans CJK SC"/>
                <a:cs typeface="Noto Sans CJK SC"/>
              </a:rPr>
              <a:t>追踪版本，验证关键边界与状态变化</a:t>
            </a:r>
          </a:p>
        </p:txBody>
      </p:sp>
    </p:spTree>
    <p:extLst>
      <p:ext uri="{BB962C8B-B14F-4D97-AF65-F5344CB8AC3E}">
        <p14:creationId xmlns:p14="http://schemas.microsoft.com/office/powerpoint/2010/main" val="256243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C85D9-0FF0-4046-848B-36F6F2EA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05 /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B97FA-BE50-4974-A61A-832313ED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匹配分数之后，还要过资格门槛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207F8-3C5C-4F05-8876-89B0109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B980C-E341-4F02-A2D3-507F58DC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06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9CA36-2B2F-4494-BDC8-D04A8B3B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95.5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1CB81-1A26-4911-8EA5-9BBEF963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历史样例匹配分数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9447-7FC7-4DC0-AF08-DB18109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0423-6AD4-45B6-81A0-A534E05C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详情页可达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6E1E7-BD83-4321-B713-41D353FE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岗位是否仍开放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3C100-064A-4532-9479-A364643C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是否符合 2027 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F59D5-1A2B-4D13-BB29-E33240B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77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仍需人工核实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AE98A-0AAC-4F9F-BAFD-ECD7C54D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高分只能帮助排序；资格未核实，记录仍停在“待核验”。</a:t>
            </a:r>
          </a:p>
        </p:txBody>
      </p:sp>
    </p:spTree>
    <p:extLst>
      <p:ext uri="{BB962C8B-B14F-4D97-AF65-F5344CB8AC3E}">
        <p14:creationId xmlns:p14="http://schemas.microsoft.com/office/powerpoint/2010/main" val="346554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C9013-D29F-4EB8-A098-913E88A3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06 /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16598-3ACA-4838-9A37-5B7BFD67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最终看到的是一条能复核的岗位记录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39762-02AC-4553-B79C-F944F40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5CB1C-A5B9-4A07-9FDF-66821DD3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07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72B51-DA9A-4D6C-A1AB-44A97D37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历史记录示例  /  供给策略产品运营实习生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A96F8-CED4-418D-B56E-27D196A0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BD-7660366669840566533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C8644-B50F-416A-A267-4902F2D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666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岗位来源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1E3CA-6D60-4099-9700-36E0B5FA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76600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jobs.bytedance.com / campus / position / 7660…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BB92C-BCC0-49CA-AA13-455833D5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50507-2B3F-454E-BF37-7C99FC8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1666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已有证据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1AE1D-D76B-44E7-A1CF-E1889B9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9572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JD 原文与个人经历的关键词对应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C9CA1-4DC4-466E-B42B-E7EF17D5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623DE-2180-431F-88F5-70C4AB4C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666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待核实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47CC0-E6B3-40D8-8A00-E1D256B2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岗位开放状态、2027 届要求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4686C-9401-42AA-A1EC-B73DDF10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56B10-E833-4338-B674-9146A9AF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666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7E2A8-DA29-44C1-ABB7-4EA90FAF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339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先核验官网，再由本人决定是否投递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5AE48-1FFD-46FE-9B4F-7AFCAC44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388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历史示例仅展示记录结构；链接及资格以官网当前信息为准。</a:t>
            </a:r>
          </a:p>
        </p:txBody>
      </p:sp>
    </p:spTree>
    <p:extLst>
      <p:ext uri="{BB962C8B-B14F-4D97-AF65-F5344CB8AC3E}">
        <p14:creationId xmlns:p14="http://schemas.microsoft.com/office/powerpoint/2010/main" val="1996405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C94DE-9DF8-4D25-8522-A1970E50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07 /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3AAFC-16B0-426E-9A7F-A13732F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9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原型已经形成可重复的求职判断流程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D98E-ABEB-4B0E-A89C-99FA1DB4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E1252-CC35-4688-A352-3988D73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08  /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34486-0A9E-4D50-9C94-36CAAF69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过去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DCAE3-A526-49CE-B8F5-8F71247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8101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多个页面来回切换</a:t>
            </a:r>
          </a:p>
          <a:p xmlns:a="http://schemas.openxmlformats.org/drawingml/2006/main">
            <a:pPr algn="l">
              <a:def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靠记忆判断岗位</a:t>
            </a:r>
          </a:p>
          <a:p xmlns:a="http://schemas.openxmlformats.org/drawingml/2006/main">
            <a:pPr algn="l">
              <a:def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重跑后难接续进度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50125-4ECA-4517-ABEA-C4B3CEE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97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F8EAC"/>
                </a:solidFill>
                <a:latin typeface="Noto Sans CJK SC"/>
                <a:ea typeface="Noto Sans CJK SC"/>
                <a:cs typeface="Noto Sans CJK SC"/>
              </a:rPr>
              <a:t>现在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DB399-46F4-44EE-AB88-DA622E0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90800"/>
            <a:ext cx="50006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稳定 ID 汇总岗位</a:t>
            </a:r>
          </a:p>
          <a:p xmlns:a="http://schemas.openxmlformats.org/drawingml/2006/main">
            <a:pPr algn="l">
              <a:def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原文证据支持判断</a:t>
            </a:r>
          </a:p>
          <a:p xmlns:a="http://schemas.openxmlformats.org/drawingml/2006/main">
            <a:pPr algn="l">
              <a:def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独立保存审核状态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FA6FF-584F-44EE-B8E9-70529D78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76EAD-8DD4-4C43-9025-22A6C14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已公开验证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24F67-128F-4C15-A71C-2CE2CF9E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848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0C1726"/>
                </a:solidFill>
                <a:latin typeface="Noto Sans CJK SC"/>
                <a:ea typeface="Noto Sans CJK SC"/>
                <a:cs typeface="Noto Sans CJK SC"/>
              </a:rPr>
              <a:t>单站点流程 · 10 条历史候选 · 5 条详情记录 · 7 项离线测试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C8AED-4299-4B3B-928C-530F0622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17180"/>
                </a:solidFill>
                <a:latin typeface="Noto Sans CJK SC"/>
                <a:ea typeface="Noto Sans CJK SC"/>
                <a:cs typeface="Noto Sans CJK SC"/>
              </a:rPr>
              <a:t>多站点覆盖与远程控制仍是后续目标；真实岗位需要重新核验。</a:t>
            </a:r>
          </a:p>
        </p:txBody>
      </p:sp>
    </p:spTree>
    <p:extLst>
      <p:ext uri="{BB962C8B-B14F-4D97-AF65-F5344CB8AC3E}">
        <p14:creationId xmlns:p14="http://schemas.microsoft.com/office/powerpoint/2010/main" val="645879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F215E-6490-4CC6-83A4-2BB85926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CAREEROS  /  郭振龓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6224A-0D03-4E63-B273-6B9299D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6334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8AEB8"/>
                </a:solidFill>
                <a:latin typeface="Noto Sans CJK SC"/>
                <a:ea typeface="Noto Sans CJK SC"/>
                <a:cs typeface="Noto Sans CJK SC"/>
              </a:rPr>
              <a:t>09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50F09-324C-4683-8E85-CD2BC62A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SOURCE  / 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7221F-7D70-4FDE-A025-ADEB1DA0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CareerOS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AC4CE-2C59-4764-B491-DB0F83DF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岗位信息有来源，判断有证据，投递由人决定。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9C89-0CAD-4918-AE81-532BBDF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47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8438E-CA4C-4B95-A641-2B544AA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9CE9E6"/>
                </a:solidFill>
                <a:latin typeface="Noto Sans CJK SC"/>
                <a:ea typeface="Noto Sans CJK SC"/>
                <a:cs typeface="Noto Sans CJK SC"/>
              </a:rPr>
              <a:t>GitHub 项目仓库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95E86-3B88-4E87-9464-BC197FAC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078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https://github.com/leonguo-ai/CareerOS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3DD8A-F8E5-4D2C-AA47-B3B6E0B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DD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8CDD2"/>
                </a:solidFill>
                <a:latin typeface="Noto Sans CJK SC"/>
                <a:ea typeface="Noto Sans CJK SC"/>
                <a:cs typeface="Noto Sans CJK SC"/>
              </a:rPr>
              <a:t>README：运行与复现说明    /    tests：关键流程验证</a:t>
            </a:r>
          </a:p>
        </p:txBody>
      </p:sp>
    </p:spTree>
    <p:extLst>
      <p:ext uri="{BB962C8B-B14F-4D97-AF65-F5344CB8AC3E}">
        <p14:creationId xmlns:p14="http://schemas.microsoft.com/office/powerpoint/2010/main" val="1719105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2026-09-25T18:30:54.9320000Z</dcterms:created>
  <dcterms:modified xsi:type="dcterms:W3CDTF">2026-09-25T18:30:54.9330000Z</dcterms:modified>
</coreProperties>
</file>